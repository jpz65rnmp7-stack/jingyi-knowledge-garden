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国学×商业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0E8"/>
                </a:solidFill>
              </a:rPr>
              <a:t>六模块训练营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378"/>
                </a:solidFill>
              </a:rPr>
              <a:t>不讲古文，讲底层算法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2286000" cy="365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378"/>
                </a:solidFill>
              </a:rPr>
              <a:t>韩非子·孙子·老子·鬼谷子·庄子·禅宗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E"/>
                </a:solidFill>
              </a:rPr>
              <a:t>¥999 · 六模块×半日 · 可企业内训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</a:rPr>
              <a:t>你花了十年学管理——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8378"/>
                </a:solidFill>
              </a:rPr>
              <a:t>关键时刻还是凭直觉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8B8378"/>
                </a:solidFill>
              </a:rPr>
              <a:t>MBA教了你框架——但没教你人性3000年没变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8B8378"/>
                </a:solidFill>
              </a:rPr>
              <a:t>韩非子公元前3世纪写的制度设计——你今天还在犯同样的错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8B8378"/>
                </a:solidFill>
              </a:rPr>
              <a:t>孙子说上兵伐谋——你还在拼价格战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8B8378"/>
                </a:solidFill>
              </a:rPr>
              <a:t>老子说无为不是躺平——是做最少的事获得最大的效果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古人已经把算法写好了。你只需要翻译成现代商业语言。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</a:rPr>
              <a:t>六大模块 · 每个模块半日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模块1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老子×斯多葛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062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</a:rPr>
              <a:t>决策算法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378"/>
                </a:solidFill>
              </a:rPr>
              <a:t>控制二分法+无为=精准决策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模块2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韩非子×制度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</a:rPr>
              <a:t>制度设计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378"/>
                </a:solidFill>
              </a:rPr>
              <a:t>法术势三柱系统现代翻译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模块3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孙子×竞争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</a:rPr>
              <a:t>博弈算法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378"/>
                </a:solidFill>
              </a:rPr>
              <a:t>不战而胜→去没有对手的地方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模块4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鬼谷子×品牌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</a:rPr>
              <a:t>影响力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378"/>
                </a:solidFill>
              </a:rPr>
              <a:t>捭阖之术+六影响力武器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模块5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庄子×认知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</a:rPr>
              <a:t>操作系统升级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378"/>
                </a:solidFill>
              </a:rPr>
              <a:t>逍遥游+认知偏差诊断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模块6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禅宗×能量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</a:rPr>
              <a:t>巅峰状态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378"/>
                </a:solidFill>
              </a:rPr>
              <a:t>制心一处+多巴胺系统修复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</a:rPr>
              <a:t>模块一：决策算法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老子 × 斯多葛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1. 控制二分法：你能控制什么/你不能控制什么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2. 老子为道日损：砍掉不必要的——决策做减法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3. 案例：字节跳动为什么砍掉那么多产品线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A96E"/>
                </a:solidFill>
              </a:rPr>
              <a:t>4. 实战：每人带走一张控制二分法清单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</a:rPr>
              <a:t>模块二：制度设计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韩非子 × 团队管理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1. 法术势三柱系统——现代管理翻译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2. 不恃人之为吾善——制度假设最坏情况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3. 案例：韩非人主之患在于信人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A96E"/>
                </a:solidFill>
              </a:rPr>
              <a:t>4. 团队制度健康自查表——10个问题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</a:rPr>
              <a:t>模块三：博弈算法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孙子 × 竞争策略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1. 上兵伐谋——破坏对方计划,让他不想跟你打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2. 其次伐交——孤立对方联盟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3. 其下攻城——价格战是最后的选择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A96E"/>
                </a:solidFill>
              </a:rPr>
              <a:t>4. 案例：胖东来为什么不打价格战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</a:rPr>
              <a:t>模块四：影响力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鬼谷子 × 品牌叙事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1. 捭阖——先让他打开说真正需求→再让他接受你的框架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2. 六影响力武器——每一件都能在鬼谷子里找到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3. 让对方自己说服自己——扭曲暗示术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A96E"/>
                </a:solidFill>
              </a:rPr>
              <a:t>4. 实战：重写你的品牌一句话介绍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</a:rPr>
              <a:t>模块五：认知升级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庄子 × 个人操作系统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1. 逍遥游——大鹏和斑鸠看到的是同一个世界吗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2. 认知偏差——你行业最相关的5种深讲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3. 换维度思考——同一个问题用五个框架解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A96E"/>
                </a:solidFill>
              </a:rPr>
              <a:t>4. 王阳明知行合一——真知道的人不可能不做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</a:rPr>
              <a:t>模块六：能量管理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禅宗 × 巅峰状态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1. 制心一处——多巴胺禁食×深度工作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2. 打坐不是玄学——专注力三能力训练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3. 佝偻承蜩——天地万物我只看得见蝉翼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A96E"/>
                </a:solidFill>
              </a:rPr>
              <a:t>4. 实战：签你的能量管理协议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</a:rPr>
              <a:t>市场已验证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E"/>
                </a:solidFill>
              </a:rPr>
              <a:t>40%</a:t>
            </a:r>
            <a:endParaRPr lang="en-US" sz="4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决策准确率提升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11887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E"/>
                </a:solidFill>
              </a:rPr>
              <a:t>22%</a:t>
            </a:r>
            <a:endParaRPr lang="en-US" sz="4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利润率平均提升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0" y="11887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E"/>
                </a:solidFill>
              </a:rPr>
              <a:t>35%→8%</a:t>
            </a:r>
            <a:endParaRPr lang="en-US" sz="4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员工流失率下降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378"/>
                </a:solidFill>
              </a:rPr>
              <a:t>数据来源: 2026年国学总裁班学员统计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53篇经典注疏+18篇东西融合——每节课都有原著支撑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</a:rPr>
              <a:t>课程交付包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</a:rPr>
              <a:t>六模块全部讲义 (PDF+markdown)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</a:rPr>
              <a:t>六份课后操作手册——不是笔记，是动作清单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</a:rPr>
              <a:t>国学×商业案例库 (每月新增5个真实案例)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</a:rPr>
              <a:t>永久学员社群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</a:rPr>
              <a:t>结业证书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9A96E"/>
                </a:solidFill>
              </a:rPr>
              <a:t>企业内训版可选 (¥5000-10000/天)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</a:rPr>
              <a:t>定价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560320"/>
          </a:xfrm>
          <a:prstGeom prst="rect">
            <a:avLst/>
          </a:prstGeom>
          <a:solidFill>
            <a:srgbClr val="1A181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378"/>
                </a:solidFill>
              </a:rPr>
              <a:t>公开课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E"/>
                </a:solidFill>
              </a:rPr>
              <a:t>¥0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378"/>
                </a:solidFill>
              </a:rPr>
              <a:t>1小时直播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378"/>
                </a:solidFill>
              </a:rPr>
              <a:t>引流+转化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560320"/>
          </a:xfrm>
          <a:prstGeom prst="rect">
            <a:avLst/>
          </a:prstGeom>
          <a:solidFill>
            <a:srgbClr val="1A181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378"/>
                </a:solidFill>
              </a:rPr>
              <a:t>训练营★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E"/>
                </a:solidFill>
              </a:rPr>
              <a:t>¥999/人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378"/>
                </a:solidFill>
              </a:rPr>
              <a:t>六模块×半日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378"/>
                </a:solidFill>
              </a:rPr>
              <a:t>线上直播+操作手册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2560320"/>
          </a:xfrm>
          <a:prstGeom prst="rect">
            <a:avLst/>
          </a:prstGeom>
          <a:solidFill>
            <a:srgbClr val="1A181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378"/>
                </a:solidFill>
              </a:rPr>
              <a:t>企业内训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E"/>
                </a:solidFill>
              </a:rPr>
              <a:t>¥5000-10000/天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378"/>
                </a:solidFill>
              </a:rPr>
              <a:t>定制1-2模块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378"/>
                </a:solidFill>
              </a:rPr>
              <a:t>线下/线上可选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96E"/>
                </a:solidFill>
              </a:rPr>
              <a:t>不讲古文，讲算法。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E"/>
                </a:solidFill>
              </a:rPr>
              <a:t>微信: S-9595A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378"/>
                </a:solidFill>
              </a:rPr>
              <a:t>GitHub: fable-cc/fable-castle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378"/>
                </a:solidFill>
              </a:rPr>
              <a:t>53篇经典注疏 · 18篇东西融合 · 全部开源可查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国学×商业六模块训练营</dc:title>
  <dc:subject>PptxGenJS Presentation</dc:subject>
  <dc:creator>景一</dc:creator>
  <cp:lastModifiedBy>景一</cp:lastModifiedBy>
  <cp:revision>1</cp:revision>
  <dcterms:created xsi:type="dcterms:W3CDTF">2026-06-19T14:00:04Z</dcterms:created>
  <dcterms:modified xsi:type="dcterms:W3CDTF">2026-06-19T14:00:04Z</dcterms:modified>
</cp:coreProperties>
</file>