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大健康 × 美业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IP孵化·完整打法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从0到变现·五步闭环·每一步都带着钱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286000" cy="365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中医古籍×现代科学——没人能跟你竞争的角度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两条黄金赛道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0040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大健康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痛点：怕死/怕病/怕老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驱动：恐惧驱动(不买会死)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天花板：¥10万/月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赛道：睡眠/抗衰/养生/中医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美业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痛点：怕丑/怕老/怕不被喜欢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驱动：欲望驱动(买了更美)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天花板：¥50万+/月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</a:rPr>
              <a:t>赛道：护肤/医美/成分/中医美容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脸比命更容易让人掏钱。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你的独特武器：中医古籍 × 现代科学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别人讲成分 → 你讲黄帝内经论皮肤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别人讲医美 → 你讲治未病,最好的医美是提前不让自己老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别人卖面霜 → 你讲慈禧太后的玉容散,现在科学怎么看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2E8F0"/>
                </a:solidFill>
              </a:rPr>
              <a:t>别人推产品 → 你拆成分表,¥1500的面霜有效成分¥30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4B8A6"/>
                </a:solidFill>
              </a:rPr>
              <a:t>47本公版书(含中医养生) + 600篇冶炼——专业底蕴无人能敌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内容金字塔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每天1条 · 三种形态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引流层 60%——痛点共鸣+小妙招 → 让人停下来看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60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信任层 30%——深度知识+案例 → 让人相信你懂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566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</a:rPr>
              <a:t>转化层 10%——产品介绍+客户证言 → 让人掏钱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视频公式：钩子(前3秒) → 痛点 → 解法 → 金句 → 行动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五步闭环·每一步都带着钱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1554480" cy="347472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STEP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选赛道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第1-3天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32918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供需比扫描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赛道三问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188720"/>
            <a:ext cx="1554480" cy="347472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STEP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0312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内容矩阵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0312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第4-30天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32918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每天1条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内容金字塔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1188720"/>
            <a:ext cx="1554480" cy="347472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STEP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冷启动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第1-30天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0" y="32918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前7条必发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不花钱获流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1188720"/>
            <a:ext cx="1554480" cy="347472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STEP 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变现三级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第25-90天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0" y="32918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带货→课程→一对一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23760" y="1188720"/>
            <a:ext cx="1554480" cy="347472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STEP 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0" y="16459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矩阵放大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15200" y="2926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第90天+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2918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三号联动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跨平台分发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变现五级火箭（美业版）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L1 轻带货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37744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¥29-99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20624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100单·¥5000/月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234440"/>
            <a:ext cx="1828800" cy="22860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¥5000/月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L2 正装产品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7744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¥199-399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50单·¥15000/月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0" y="1965960"/>
            <a:ext cx="1828800" cy="22860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¥15000/月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L3 护肤课程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77440" y="2560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¥299-599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30人·¥15000/月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0" y="2697480"/>
            <a:ext cx="1828800" cy="22860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¥15000/月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L4 一对一方案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377440" y="3291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¥999-1999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10人·¥15000/月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58000" y="3429000"/>
            <a:ext cx="1828800" cy="22860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383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¥15000/月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L5 年度会员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377440" y="4023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¥2999/年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20624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20人·¥60000/月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858000" y="4160520"/>
            <a:ext cx="1828800" cy="22860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4114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¥60000/月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月收入合计：¥110,000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前7条必发内容（美业版）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</a:rPr>
              <a:t>1. 你每天用的那个精华——我拆了一下成分……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</a:rPr>
              <a:t>2. 枕了30年的枕头，可能一直在害你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</a:rPr>
              <a:t>3. 中医说肺主皮毛——你的脸在告诉你内脏怎么了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</a:rPr>
              <a:t>4. 我让10个人试了这个睡前动作,8个人反馈……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</a:rPr>
              <a:t>5. 这瓶¥1500的面霜有效成分不到¥30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</a:rPr>
              <a:t>6. 你的卧室温度偷走了你的深度睡眠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4B8A6"/>
                </a:solidFill>
              </a:rPr>
              <a:t>7. 这是我收到最多的私信——统一回答一下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美业变现杀手锏：汉方护肤品牌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玉容散面膜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17520" y="1280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白芷/白附子/绿豆粉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0" y="1280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¥12→¥168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七白精华液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白术/白芷/白芨/白芍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¥18→¥199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益母草洁面乳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1089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益母草涂面方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</a:rPr>
              <a:t>¥8→¥99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古籍配方 + 现代OEM = 你的自有品牌。成本¥15,售价¥168。利润你的。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4B8A6"/>
                </a:solidFill>
              </a:rPr>
              <a:t>大健康×美业 = 最好的变现赛道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你有中医古籍+现代科学——没人能在这个角度跟你竞争。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微信: S-9595A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GitHub: fable-cc/fable-castle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大健康×美业IP孵化</dc:title>
  <dc:subject>PptxGenJS Presentation</dc:subject>
  <dc:creator>景一</dc:creator>
  <cp:lastModifiedBy>景一</cp:lastModifiedBy>
  <cp:revision>1</cp:revision>
  <dcterms:created xsi:type="dcterms:W3CDTF">2026-06-19T14:00:39Z</dcterms:created>
  <dcterms:modified xsi:type="dcterms:W3CDTF">2026-06-19T14:00:39Z</dcterms:modified>
</cp:coreProperties>
</file>