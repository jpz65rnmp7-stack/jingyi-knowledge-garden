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IP爆破营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D5B7"/>
                </a:solidFill>
              </a:rPr>
              <a:t>21天·从0到变现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B90"/>
                </a:solidFill>
              </a:rPr>
              <a:t>定位→内容→流量→变现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1828800" cy="365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</a:rPr>
              <a:t>github.com/fable-cc/fable-castle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你是不是这样？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8B90"/>
                </a:solidFill>
              </a:rPr>
              <a:t>想做IP但不知道从哪里开始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8B90"/>
                </a:solidFill>
              </a:rPr>
              <a:t>写了一堆内容，没人看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8B90"/>
                </a:solidFill>
              </a:rPr>
              <a:t>定位换了三次，越换越迷茫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8B90"/>
                </a:solidFill>
              </a:rPr>
              <a:t>看别人赚钱，不知道怎么变现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8B90"/>
                </a:solidFill>
              </a:rPr>
              <a:t>觉得自己不够格，一直不敢开始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96E"/>
                </a:solidFill>
              </a:rPr>
              <a:t>不是你的问题——是你缺一个能跟着做的系统。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21天。四大模块。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B90"/>
                </a:solidFill>
              </a:rPr>
              <a:t>每天1小时。每天一个产出。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E"/>
                </a:solidFill>
              </a:rPr>
              <a:t>模块一：定位爆破 (第1-5天)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认知差挖掘 · 三层定位 · 人群画像 · 供需比扫描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9A96E"/>
                </a:solidFill>
              </a:rPr>
              <a:t>模块二：内容核弹 (第6-12天)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选题工厂 · 内容结构 · 去AI味写作 · 一篇变四种形态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9A96E"/>
                </a:solidFill>
              </a:rPr>
              <a:t>模块三：流量核爆 (第13-17天)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知乎获客 · 小红书种草 · 抖音起号 · 私域引流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9A96E"/>
                </a:solidFill>
              </a:rPr>
              <a:t>模块四：变现闭环 (第18-21天)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三级定价漏斗 · 成交文案 · 朋友圈模板 · 90天日历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为什么是景一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</a:rPr>
              <a:t>不是“教你”——是“你看我做了，你跟着做”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8B8B90"/>
                </a:solidFill>
              </a:rPr>
              <a:t>600篇文章+72支柱+47本公版书在GitHub开源可查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</a:rPr>
              <a:t>不是“你应该”——是“我已经做到了”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8B8B90"/>
                </a:solidFill>
              </a:rPr>
              <a:t>从第1篇到第600篇，从0粉丝到付费客户——全链路公开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GitHub是我的专业身份证。你不需要相信我——你自己验证。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E"/>
                </a:solidFill>
              </a:rPr>
              <a:t>模块一：定位爆破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第1-5天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1. 认知差挖掘——你身上有金矿，你不知道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B8B90"/>
                </a:solidFill>
              </a:rPr>
              <a:t>列出你行业里只有你知道的3件事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2. 三层定位法——功能层/身份层/使命层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B8B90"/>
                </a:solidFill>
              </a:rPr>
              <a:t>写完三行定位，一句话说清你做什么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3. 人群定位——不卖穷人，筛选就是成交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B8B90"/>
                </a:solidFill>
              </a:rPr>
              <a:t>画完三层客户画像：付费/潜在/不碰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4. 差异化定位——供需比决定你的人生难度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B8B90"/>
                </a:solidFill>
              </a:rPr>
              <a:t>赛道供需比扫描报告+竞争分析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A96E"/>
                </a:solidFill>
              </a:rPr>
              <a:t>5. 直播答疑+定位点评——定位定稿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E"/>
                </a:solidFill>
              </a:rPr>
              <a:t>模块二：内容核弹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第6-12天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1. 选题工厂——72支柱x5角度=360个选题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2. 内容结构——核心论点+三个支撑+金句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3. 去AI味写作——加故事+加数字+删废话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4. 内容复利——一篇变四种形态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B8B90"/>
                </a:solidFill>
              </a:rPr>
              <a:t>   文章/口播脚本/小红书图文/知乎回答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5. 短视频文案公式——钩子x痛点x解法x金句x行动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6. 视觉呈现——封面/标题/排版三要素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A96E"/>
                </a:solidFill>
              </a:rPr>
              <a:t>7. 直播答疑+内容点评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E"/>
                </a:solidFill>
              </a:rPr>
              <a:t>模块三：流量核爆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第13-17天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1. 知乎获客——回答问题的正确姿势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2. 小红书种草——图文笔记的高转化模板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3. 抖音起号——前7条短视频脚本+拍摄计划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4. 私域引流——从公域到微信的四个触达点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5. 30天内容日历——每天发什么,精确到天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A96E"/>
                </a:solidFill>
              </a:rPr>
              <a:t>6. 直播答疑+流量策略点评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E"/>
                </a:solidFill>
              </a:rPr>
              <a:t>模块四：变现闭环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第18-21天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1. 三级定价漏斗——¥39.9→¥599→¥2999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2. 成交文案——不是推销，让他自己想买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3. 朋友圈成交模板——3条文案直接可用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4. 90天执行日历——21天后你继续做什么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A96E"/>
                </a:solidFill>
              </a:rPr>
              <a:t>5. 结营+学员案例展示——完整作战地图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课程定价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20040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B90"/>
                </a:solidFill>
              </a:rPr>
              <a:t>引流课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E"/>
                </a:solidFill>
              </a:rPr>
              <a:t>¥39.9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90"/>
                </a:solidFill>
              </a:rPr>
              <a:t>3天IP定位诊断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7"/>
                </a:solidFill>
              </a:rPr>
              <a:t>认知差+三层定位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D5B7"/>
                </a:solidFill>
              </a:rPr>
              <a:t>+四个致命错误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3200400"/>
          </a:xfrm>
          <a:prstGeom prst="rect">
            <a:avLst/>
          </a:prstGeom>
          <a:solidFill>
            <a:srgbClr val="2A2A1A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188720"/>
            <a:ext cx="2560320" cy="365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96E"/>
                </a:solidFill>
              </a:rPr>
              <a:t>主力课★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1737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E"/>
                </a:solidFill>
              </a:rPr>
              <a:t>¥599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74720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90"/>
                </a:solidFill>
              </a:rPr>
              <a:t>21天IP爆破营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7"/>
                </a:solidFill>
              </a:rPr>
              <a:t>四大模块+社群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D5B7"/>
                </a:solidFill>
              </a:rPr>
              <a:t>每周直播+作业点评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560320" cy="320040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B90"/>
                </a:solidFill>
              </a:rPr>
              <a:t>1对1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1737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E"/>
                </a:solidFill>
              </a:rPr>
              <a:t>¥2999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09360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90"/>
                </a:solidFill>
              </a:rPr>
              <a:t>IP顾问一对一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7"/>
                </a:solidFill>
              </a:rPr>
              <a:t>90分钟诊断+定制方案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D5B7"/>
                </a:solidFill>
              </a:rPr>
              <a:t>+30天跟进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90"/>
                </a:solidFill>
              </a:rPr>
              <a:t>¥39.9只是一杯咖啡钱——过滤不认真的人。¥599你花21天换一个能变现的IP。不满意退款。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21天后你手里有什么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</a:rPr>
              <a:t>✅ 一个精准的IP定位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三层定位+人群画像+供需比报告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</a:rPr>
              <a:t>✅ 一套完整的内容系统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30个选题+7条短视频脚本+4平台分发模板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</a:rPr>
              <a:t>✅ 一个正在运转的流量引擎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知乎/小红书/抖音三平台内容日历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</a:rPr>
              <a:t>✅ 一条清晰的变现路径</a:t>
            </a:r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三级定价漏斗+成交文案+90天执行计划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96E"/>
                </a:solidFill>
              </a:rPr>
              <a:t>现在开始。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21天后——你手里有一个能变现的IP雏形。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96E"/>
                </a:solidFill>
              </a:rPr>
              <a:t>微信: S-9595A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GitHub: fable-cc/fable-castle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IP爆破营</dc:title>
  <dc:subject>PptxGenJS Presentation</dc:subject>
  <dc:creator>景一</dc:creator>
  <cp:lastModifiedBy>景一</cp:lastModifiedBy>
  <cp:revision>1</cp:revision>
  <dcterms:created xsi:type="dcterms:W3CDTF">2026-06-19T13:59:17Z</dcterms:created>
  <dcterms:modified xsi:type="dcterms:W3CDTF">2026-06-19T13:59:17Z</dcterms:modified>
</cp:coreProperties>
</file>